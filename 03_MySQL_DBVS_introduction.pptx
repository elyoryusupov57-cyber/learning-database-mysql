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9" r:id="rId4"/>
    <p:sldId id="263" r:id="rId5"/>
    <p:sldId id="261" r:id="rId6"/>
    <p:sldId id="300" r:id="rId7"/>
    <p:sldId id="302" r:id="rId8"/>
    <p:sldId id="301" r:id="rId9"/>
    <p:sldId id="273" r:id="rId10"/>
    <p:sldId id="297" r:id="rId11"/>
    <p:sldId id="298" r:id="rId12"/>
    <p:sldId id="299" r:id="rId13"/>
    <p:sldId id="262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F6489-84B7-4DBB-9F4D-EDB2945B4C42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A1804-0466-4E55-90AE-18177D75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6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2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3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8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7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8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0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2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8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06DD6-6056-472A-BB9A-59911920C65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47CDB-9772-4D57-8AFE-3E019E8A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sql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sbwebserver.net/webserv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hpmyadmin.net/en/latest/" TargetMode="External"/><Relationship Id="rId2" Type="http://schemas.openxmlformats.org/officeDocument/2006/relationships/hyperlink" Target="https://github.com/phpmyadmin/phpmyadmin/wik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hpmyadmin.net/_/downloads/en/master/pd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12FF-30D3-4EEF-A683-9280498E6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MySQL</a:t>
            </a:r>
            <a:r>
              <a:rPr lang="lv-LV" dirty="0"/>
              <a:t> DBVS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1E30-D29D-424B-B8CB-C7DB4096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4ABD-AFEE-4BD7-AC65-07E4F768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MySQL is a relational database management system. MySQL is a solution for small and medium DB applications. MySQL is typically used as a server accessed by local or remote clients.</a:t>
            </a: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r>
              <a:rPr lang="en-US" dirty="0">
                <a:hlinkClick r:id="rId2"/>
              </a:rPr>
              <a:t>https://www.mysql.com</a:t>
            </a:r>
            <a:endParaRPr lang="lv-LV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78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D395-5C2B-418D-BE09-434E63D7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USBWebServer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77D1D-8699-44E8-BF9F-4D18AEF4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0748"/>
            <a:ext cx="7886700" cy="498212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A program that combines MySQL and Apache servers, allowing them to be started and configured quickly.</a:t>
            </a:r>
            <a:endParaRPr lang="lv-LV" dirty="0"/>
          </a:p>
          <a:p>
            <a:pPr marL="0" indent="0" algn="just">
              <a:buNone/>
            </a:pPr>
            <a:r>
              <a:rPr lang="en-US" dirty="0">
                <a:hlinkClick r:id="rId2"/>
              </a:rPr>
              <a:t>http://www.usbwebserver.net/webserver/</a:t>
            </a: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r>
              <a:rPr lang="lv-LV" dirty="0" err="1"/>
              <a:t>We</a:t>
            </a:r>
            <a:r>
              <a:rPr lang="lv-LV" dirty="0"/>
              <a:t> </a:t>
            </a:r>
            <a:r>
              <a:rPr lang="lv-LV" dirty="0" err="1"/>
              <a:t>will</a:t>
            </a:r>
            <a:r>
              <a:rPr lang="lv-LV" dirty="0"/>
              <a:t> </a:t>
            </a:r>
            <a:r>
              <a:rPr lang="lv-LV" dirty="0" err="1"/>
              <a:t>use</a:t>
            </a:r>
            <a:r>
              <a:rPr lang="lv-LV" dirty="0"/>
              <a:t> </a:t>
            </a:r>
            <a:r>
              <a:rPr lang="lv-LV" b="1" dirty="0"/>
              <a:t>8.6.6.</a:t>
            </a:r>
            <a:r>
              <a:rPr lang="lv-LV" dirty="0"/>
              <a:t> </a:t>
            </a:r>
            <a:r>
              <a:rPr lang="lv-LV" dirty="0" err="1"/>
              <a:t>version</a:t>
            </a:r>
            <a:r>
              <a:rPr lang="lv-LV" dirty="0"/>
              <a:t> </a:t>
            </a:r>
            <a:r>
              <a:rPr lang="en-US" dirty="0"/>
              <a:t>during this course</a:t>
            </a:r>
            <a:r>
              <a:rPr lang="lv-LV" dirty="0"/>
              <a:t>.</a:t>
            </a:r>
          </a:p>
          <a:p>
            <a:pPr marL="0" indent="0" algn="just">
              <a:buNone/>
            </a:pPr>
            <a:r>
              <a:rPr lang="en-US" dirty="0"/>
              <a:t>It can be found in the </a:t>
            </a:r>
            <a:r>
              <a:rPr lang="lv-LV" dirty="0" err="1"/>
              <a:t>Moodle</a:t>
            </a:r>
            <a:r>
              <a:rPr lang="lv-LV" dirty="0"/>
              <a:t> </a:t>
            </a:r>
            <a:r>
              <a:rPr lang="en-US" dirty="0"/>
              <a:t>as well.</a:t>
            </a:r>
            <a:endParaRPr lang="lv-LV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240CA3E2-BC07-4ED8-B40D-20787D5A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789" y="3008391"/>
            <a:ext cx="3973680" cy="19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0D767-7BDF-F5EF-E8FA-F1CD74D59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60" y="5821721"/>
            <a:ext cx="2572109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7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USBWebServer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To be able to administer your database you need to execute </a:t>
            </a:r>
            <a:r>
              <a:rPr lang="lv-LV" dirty="0" err="1"/>
              <a:t>an</a:t>
            </a:r>
            <a:r>
              <a:rPr lang="en-US" dirty="0"/>
              <a:t> </a:t>
            </a:r>
            <a:r>
              <a:rPr lang="en-US" dirty="0" err="1"/>
              <a:t>USBWebServer</a:t>
            </a:r>
            <a:r>
              <a:rPr lang="en-US" dirty="0"/>
              <a:t> and open </a:t>
            </a:r>
            <a:r>
              <a:rPr lang="en-US" dirty="0" err="1"/>
              <a:t>PHPMyAdmin</a:t>
            </a:r>
            <a:r>
              <a:rPr lang="en-US" dirty="0"/>
              <a:t>. Enter username (</a:t>
            </a:r>
            <a:r>
              <a:rPr lang="en-US" b="1" dirty="0"/>
              <a:t>root</a:t>
            </a:r>
            <a:r>
              <a:rPr lang="en-US" dirty="0"/>
              <a:t>) and password (</a:t>
            </a:r>
            <a:r>
              <a:rPr lang="en-US" b="1" dirty="0" err="1"/>
              <a:t>usbw</a:t>
            </a:r>
            <a:r>
              <a:rPr lang="en-US" dirty="0"/>
              <a:t>).</a:t>
            </a: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16076217-D67A-49B0-8D72-E03132E1F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870103"/>
            <a:ext cx="3907756" cy="1953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024A6-E795-2067-D78A-139B2D1F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87" y="2962635"/>
            <a:ext cx="2977123" cy="334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2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PHPMyAdmin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In a </a:t>
            </a:r>
            <a:r>
              <a:rPr lang="en-US" i="1" dirty="0"/>
              <a:t>Databases</a:t>
            </a:r>
            <a:r>
              <a:rPr lang="en-US" dirty="0"/>
              <a:t> section you can see system databases</a:t>
            </a:r>
            <a:r>
              <a:rPr lang="lv-LV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7D2F1-44DC-92A3-A5DF-BD1E9206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269" y="3490879"/>
            <a:ext cx="4436727" cy="26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094C-55CE-E240-EAF8-1EDCC784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01DA-FBCD-0F78-2252-8A8067F0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DB import (</a:t>
            </a:r>
            <a:r>
              <a:rPr lang="lv-LV" dirty="0" err="1"/>
              <a:t>op</a:t>
            </a:r>
            <a:r>
              <a:rPr lang="en-US" dirty="0"/>
              <a:t>t</a:t>
            </a:r>
            <a:r>
              <a:rPr lang="lv-LV" dirty="0" err="1"/>
              <a:t>ion</a:t>
            </a:r>
            <a:r>
              <a:rPr lang="en-US" dirty="0"/>
              <a:t>al</a:t>
            </a:r>
            <a:r>
              <a:rPr lang="lv-LV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4773-CE0B-5E1B-E2DB-625B233A3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In case you do not use my program kit – the database «Library» must be imported independently. This can be done in the «Import» section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F5C5E-12FA-09B8-4EC7-E63DB8EFF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8" y="3292467"/>
            <a:ext cx="7287322" cy="113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9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B797-5918-B62A-224B-77589CFA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E6AE-E927-F9CF-FB37-B61197A1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DB import (</a:t>
            </a:r>
            <a:r>
              <a:rPr lang="lv-LV" dirty="0" err="1"/>
              <a:t>op</a:t>
            </a:r>
            <a:r>
              <a:rPr lang="en-US" dirty="0"/>
              <a:t>t</a:t>
            </a:r>
            <a:r>
              <a:rPr lang="lv-LV" dirty="0" err="1"/>
              <a:t>ion</a:t>
            </a:r>
            <a:r>
              <a:rPr lang="en-US" dirty="0"/>
              <a:t>al</a:t>
            </a:r>
            <a:r>
              <a:rPr lang="lv-LV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76A79-6D5B-8EF6-3644-AA450DEE3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15" y="1635569"/>
            <a:ext cx="8573548" cy="326350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Before importing it is necessary to make sure that you see the phrase «Importing into the current server»
Then you need to take the DB code (</a:t>
            </a:r>
            <a:r>
              <a:rPr lang="en-US" dirty="0" err="1"/>
              <a:t>library.sql</a:t>
            </a:r>
            <a:r>
              <a:rPr lang="en-US" dirty="0"/>
              <a:t>) from the training materials and press the «Go» button.
(no options need to be changed)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FF4A7-B703-BA14-BBE9-3503F9F3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527" y="4092396"/>
            <a:ext cx="3967993" cy="248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0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A399-2F7E-5417-8CA1-154FE2C3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C190-3317-9A00-2A5D-2A163DD0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DB import (</a:t>
            </a:r>
            <a:r>
              <a:rPr lang="lv-LV" dirty="0" err="1"/>
              <a:t>op</a:t>
            </a:r>
            <a:r>
              <a:rPr lang="en-US" dirty="0"/>
              <a:t>t</a:t>
            </a:r>
            <a:r>
              <a:rPr lang="lv-LV" dirty="0" err="1"/>
              <a:t>ion</a:t>
            </a:r>
            <a:r>
              <a:rPr lang="en-US" dirty="0"/>
              <a:t>al</a:t>
            </a:r>
            <a:r>
              <a:rPr lang="lv-LV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29C5-B10A-4914-65CA-3C5F6502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DB import may take 15-20 seconds.
As a result, several notifications about the successful execution of SQL code and the «library» database in the server DB list should appear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C16A4-4466-6FFA-FBCF-66EDC0C8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5" y="3730237"/>
            <a:ext cx="8103765" cy="25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86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Server –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configur</a:t>
            </a:r>
            <a:r>
              <a:rPr lang="en-US" dirty="0" err="1"/>
              <a:t>ation</a:t>
            </a:r>
            <a:r>
              <a:rPr lang="fr-FR" dirty="0"/>
              <a:t> (</a:t>
            </a:r>
            <a:r>
              <a:rPr lang="fr-FR" dirty="0" err="1"/>
              <a:t>optional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66" y="2694215"/>
            <a:ext cx="6665447" cy="303269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 a default installation, the DB web interface does not offer query saving. To turn it on, you need to follow a couple of configuration steps.</a:t>
            </a:r>
          </a:p>
        </p:txBody>
      </p:sp>
    </p:spTree>
    <p:extLst>
      <p:ext uri="{BB962C8B-B14F-4D97-AF65-F5344CB8AC3E}">
        <p14:creationId xmlns:p14="http://schemas.microsoft.com/office/powerpoint/2010/main" val="351602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Server –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configur</a:t>
            </a:r>
            <a:r>
              <a:rPr lang="en-US" dirty="0" err="1"/>
              <a:t>ation</a:t>
            </a:r>
            <a:r>
              <a:rPr lang="fr-FR" dirty="0"/>
              <a:t> (</a:t>
            </a:r>
            <a:r>
              <a:rPr lang="fr-FR" dirty="0" err="1"/>
              <a:t>optional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8" y="2281919"/>
            <a:ext cx="5915025" cy="3444988"/>
          </a:xfrm>
        </p:spPr>
        <p:txBody>
          <a:bodyPr/>
          <a:lstStyle/>
          <a:p>
            <a:pPr marL="0" indent="0" algn="just">
              <a:buNone/>
            </a:pPr>
            <a:r>
              <a:rPr lang="lv-LV" dirty="0"/>
              <a:t>1. </a:t>
            </a:r>
            <a:r>
              <a:rPr lang="en-US" dirty="0"/>
              <a:t>In the SQL section, copy and run the code from the </a:t>
            </a:r>
            <a:r>
              <a:rPr lang="en-US" dirty="0" err="1"/>
              <a:t>create_table.sql</a:t>
            </a:r>
            <a:r>
              <a:rPr lang="en-US" dirty="0"/>
              <a:t> file that can be found in the Files-&gt;MySQL Configs folder.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BDBAE9-FA3F-47EF-8D42-BFFD16658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31" y="4241569"/>
            <a:ext cx="3167743" cy="17528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3A85D7-BD04-4B15-BD77-2B4E94766DCB}"/>
              </a:ext>
            </a:extLst>
          </p:cNvPr>
          <p:cNvSpPr/>
          <p:nvPr/>
        </p:nvSpPr>
        <p:spPr>
          <a:xfrm>
            <a:off x="4946697" y="4275299"/>
            <a:ext cx="346982" cy="202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FD6161-475A-4D9A-8722-1A50C8100C90}"/>
              </a:ext>
            </a:extLst>
          </p:cNvPr>
          <p:cNvSpPr/>
          <p:nvPr/>
        </p:nvSpPr>
        <p:spPr>
          <a:xfrm>
            <a:off x="6273392" y="5791991"/>
            <a:ext cx="346982" cy="202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C042FB-09B5-4692-9553-52972DC06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77" y="4131475"/>
            <a:ext cx="1311668" cy="28764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D27714-16E3-41C2-BD0C-14CFE3E76AC3}"/>
              </a:ext>
            </a:extLst>
          </p:cNvPr>
          <p:cNvCxnSpPr/>
          <p:nvPr/>
        </p:nvCxnSpPr>
        <p:spPr>
          <a:xfrm>
            <a:off x="2701518" y="4419121"/>
            <a:ext cx="2118632" cy="486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2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Server –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configur</a:t>
            </a:r>
            <a:r>
              <a:rPr lang="en-US" dirty="0" err="1"/>
              <a:t>ation</a:t>
            </a:r>
            <a:r>
              <a:rPr lang="fr-FR" dirty="0"/>
              <a:t> (</a:t>
            </a:r>
            <a:r>
              <a:rPr lang="fr-FR" dirty="0" err="1"/>
              <a:t>optional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93508"/>
            <a:ext cx="7759816" cy="35472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lv-LV" dirty="0"/>
              <a:t>2. </a:t>
            </a:r>
            <a:r>
              <a:rPr lang="en-US" dirty="0"/>
              <a:t>Replace the file version 
</a:t>
            </a:r>
            <a:r>
              <a:rPr lang="en-US" dirty="0" err="1"/>
              <a:t>USBWebserver</a:t>
            </a:r>
            <a:r>
              <a:rPr lang="en-US" dirty="0"/>
              <a:t> v8.6.6\</a:t>
            </a:r>
            <a:r>
              <a:rPr lang="en-US" dirty="0" err="1"/>
              <a:t>phpmyadmin</a:t>
            </a:r>
            <a:r>
              <a:rPr lang="en-US" dirty="0"/>
              <a:t>\</a:t>
            </a:r>
            <a:r>
              <a:rPr lang="en-US" dirty="0" err="1"/>
              <a:t>config.inc.php</a:t>
            </a:r>
            <a:r>
              <a:rPr lang="en-US" dirty="0"/>
              <a:t>
with
the version can be found in the Files-&gt;MySQL Configs folder</a:t>
            </a:r>
          </a:p>
          <a:p>
            <a:pPr marL="0" indent="0" algn="just">
              <a:buNone/>
            </a:pPr>
            <a:r>
              <a:rPr lang="en-US" dirty="0"/>
              <a:t>
Re-login.</a:t>
            </a:r>
          </a:p>
        </p:txBody>
      </p:sp>
    </p:spTree>
    <p:extLst>
      <p:ext uri="{BB962C8B-B14F-4D97-AF65-F5344CB8AC3E}">
        <p14:creationId xmlns:p14="http://schemas.microsoft.com/office/powerpoint/2010/main" val="1315466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1C07-FFE8-467F-AE03-FD33F0F8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29" y="943317"/>
            <a:ext cx="7799424" cy="99417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Server –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configur</a:t>
            </a:r>
            <a:r>
              <a:rPr lang="en-US" dirty="0" err="1"/>
              <a:t>ation</a:t>
            </a:r>
            <a:r>
              <a:rPr lang="fr-FR" dirty="0"/>
              <a:t> (</a:t>
            </a:r>
            <a:r>
              <a:rPr lang="fr-FR" dirty="0" err="1"/>
              <a:t>optional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496C-CE6F-456B-AADC-B2DF47BD4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64" y="2482954"/>
            <a:ext cx="4469165" cy="35019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500" dirty="0"/>
              <a:t>Now, when writing a query, it is possible to save it by specifying the name in </a:t>
            </a:r>
            <a:r>
              <a:rPr lang="en-US" sz="1500" b="1" dirty="0"/>
              <a:t>Bookmark this SQL query </a:t>
            </a:r>
            <a:r>
              <a:rPr lang="en-US" sz="1500" dirty="0"/>
              <a:t>section, as well as view saved queries in the </a:t>
            </a:r>
            <a:r>
              <a:rPr lang="en-US" sz="1500" b="1" dirty="0"/>
              <a:t>Bookmarked SQL query </a:t>
            </a:r>
            <a:r>
              <a:rPr lang="en-US" sz="1500" dirty="0"/>
              <a:t>section.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D841E-28CE-A224-0B5B-3935E857F252}"/>
              </a:ext>
            </a:extLst>
          </p:cNvPr>
          <p:cNvGrpSpPr/>
          <p:nvPr/>
        </p:nvGrpSpPr>
        <p:grpSpPr>
          <a:xfrm>
            <a:off x="5346825" y="2613247"/>
            <a:ext cx="3220811" cy="3079576"/>
            <a:chOff x="7129099" y="1625468"/>
            <a:chExt cx="4294415" cy="41061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941FEB5-6FB7-4668-BC76-D94651FD0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9857" y="1625468"/>
              <a:ext cx="4069813" cy="39583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24CF3D-5DF5-49D5-BF42-4394DD82D08B}"/>
                </a:ext>
              </a:extLst>
            </p:cNvPr>
            <p:cNvSpPr/>
            <p:nvPr/>
          </p:nvSpPr>
          <p:spPr>
            <a:xfrm>
              <a:off x="7199856" y="3868802"/>
              <a:ext cx="2552700" cy="344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C649D7-35EC-4ACD-ABFD-78E18C323AD9}"/>
                </a:ext>
              </a:extLst>
            </p:cNvPr>
            <p:cNvSpPr/>
            <p:nvPr/>
          </p:nvSpPr>
          <p:spPr>
            <a:xfrm>
              <a:off x="7129099" y="4820621"/>
              <a:ext cx="4294415" cy="9109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8433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to write </a:t>
            </a:r>
            <a:r>
              <a:rPr lang="lv-LV" dirty="0"/>
              <a:t>SQL </a:t>
            </a:r>
            <a:r>
              <a:rPr lang="en-US" dirty="0"/>
              <a:t>code</a:t>
            </a:r>
            <a:r>
              <a:rPr lang="lv-LV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953"/>
            <a:ext cx="78867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You can do it in</a:t>
            </a:r>
            <a:r>
              <a:rPr lang="lv-LV" dirty="0"/>
              <a:t>:</a:t>
            </a:r>
          </a:p>
          <a:p>
            <a:pPr marL="514350" indent="-514350" algn="just">
              <a:buAutoNum type="arabicPeriod"/>
            </a:pPr>
            <a:r>
              <a:rPr lang="en-US" dirty="0"/>
              <a:t>“SQL” </a:t>
            </a:r>
            <a:r>
              <a:rPr lang="lv-LV" dirty="0"/>
              <a:t>s</a:t>
            </a:r>
            <a:r>
              <a:rPr lang="en-US" dirty="0" err="1"/>
              <a:t>ection</a:t>
            </a:r>
            <a:r>
              <a:rPr lang="lv-LV" dirty="0"/>
              <a:t> </a:t>
            </a:r>
          </a:p>
          <a:p>
            <a:pPr marL="514350" indent="-514350" algn="just">
              <a:buAutoNum type="arabicPeriod"/>
            </a:pPr>
            <a:r>
              <a:rPr lang="en-US" dirty="0"/>
              <a:t>Console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FBFCC-29EC-FC6F-75A8-793B6F45D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53" y="3077018"/>
            <a:ext cx="5201728" cy="333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88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D90-2E7A-4238-A262-624FFB57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PHPMyAdmin</a:t>
            </a:r>
            <a:r>
              <a:rPr lang="lv-LV" dirty="0"/>
              <a:t> </a:t>
            </a:r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6149-BE37-4C9A-A650-EDB0352B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97298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Additional information about </a:t>
            </a:r>
            <a:r>
              <a:rPr lang="en-US" dirty="0" err="1"/>
              <a:t>PHPMyAdmin</a:t>
            </a:r>
            <a:r>
              <a:rPr lang="lv-LV" dirty="0"/>
              <a:t>:</a:t>
            </a:r>
          </a:p>
          <a:p>
            <a:pPr algn="just"/>
            <a:r>
              <a:rPr lang="en-US" sz="2400" dirty="0">
                <a:hlinkClick r:id="rId2"/>
              </a:rPr>
              <a:t>https://github.com/phpmyadmin/phpmyadmin/wiki</a:t>
            </a:r>
            <a:endParaRPr lang="lv-LV" sz="2400" dirty="0"/>
          </a:p>
          <a:p>
            <a:pPr algn="just"/>
            <a:r>
              <a:rPr lang="en-US" sz="2400" dirty="0">
                <a:hlinkClick r:id="rId3"/>
              </a:rPr>
              <a:t>https://docs.phpmyadmin.net/en/latest/</a:t>
            </a:r>
            <a:endParaRPr lang="lv-LV" sz="2400" dirty="0"/>
          </a:p>
          <a:p>
            <a:pPr algn="just"/>
            <a:r>
              <a:rPr lang="en-US" sz="2400" dirty="0">
                <a:hlinkClick r:id="rId4"/>
              </a:rPr>
              <a:t>https://docs.phpmyadmin.net/_/downloads/en/master/pdf/</a:t>
            </a:r>
            <a:endParaRPr lang="lv-LV" sz="2400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87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508</Words>
  <Application>Microsoft Office PowerPoint</Application>
  <PresentationFormat>On-screen Show (4:3)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MySQL DBVS</vt:lpstr>
      <vt:lpstr>MySQL</vt:lpstr>
      <vt:lpstr>USBWebServer</vt:lpstr>
      <vt:lpstr>USBWebServer</vt:lpstr>
      <vt:lpstr>PHPMyAdmin</vt:lpstr>
      <vt:lpstr>DB import (optional)</vt:lpstr>
      <vt:lpstr>DB import (optional)</vt:lpstr>
      <vt:lpstr>DB import (optional)</vt:lpstr>
      <vt:lpstr>Web Server – Query configuration (optional)</vt:lpstr>
      <vt:lpstr>Web Server – Query configuration (optional)</vt:lpstr>
      <vt:lpstr>Web Server – Query configuration (optional)</vt:lpstr>
      <vt:lpstr>Web Server – Query configuration (optional)</vt:lpstr>
      <vt:lpstr>Where to write SQL code?</vt:lpstr>
      <vt:lpstr>PHPMyAdmin 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Andrej Liepiņš</dc:creator>
  <cp:lastModifiedBy>Andrejs Liepiņš</cp:lastModifiedBy>
  <cp:revision>16</cp:revision>
  <dcterms:created xsi:type="dcterms:W3CDTF">2018-02-18T19:36:45Z</dcterms:created>
  <dcterms:modified xsi:type="dcterms:W3CDTF">2025-02-24T16:16:43Z</dcterms:modified>
</cp:coreProperties>
</file>