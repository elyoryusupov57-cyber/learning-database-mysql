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08757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97943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52371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2104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1146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9077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26018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78075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54749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22866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996593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B865A-ABA0-4E39-9EC9-142A93B96B33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AA921-7D59-46A6-A6F2-A47E112254F5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31335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Test DB </a:t>
            </a:r>
            <a:r>
              <a:rPr lang="en-US" dirty="0"/>
              <a:t>description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460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Database</a:t>
            </a:r>
            <a:r>
              <a:rPr lang="lv-LV" dirty="0"/>
              <a:t> </a:t>
            </a:r>
            <a:r>
              <a:rPr lang="lv-LV" dirty="0" err="1"/>
              <a:t>scheme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 database is designed for the library</a:t>
            </a:r>
            <a:r>
              <a:rPr lang="lv-LV" dirty="0"/>
              <a:t> </a:t>
            </a:r>
            <a:r>
              <a:rPr lang="en-US" dirty="0"/>
              <a:t>needs, </a:t>
            </a:r>
            <a:r>
              <a:rPr lang="lv-LV" dirty="0"/>
              <a:t>it </a:t>
            </a:r>
            <a:r>
              <a:rPr lang="en-US" dirty="0"/>
              <a:t>is intended to serve readers and contains the following data:</a:t>
            </a:r>
          </a:p>
          <a:p>
            <a:pPr marL="0" indent="0" algn="just">
              <a:buNone/>
            </a:pPr>
            <a:r>
              <a:rPr lang="en-US" dirty="0"/>
              <a:t>data about books (Tables Books, Authors, </a:t>
            </a:r>
            <a:r>
              <a:rPr lang="en-US" dirty="0" err="1"/>
              <a:t>Title_page</a:t>
            </a:r>
            <a:r>
              <a:rPr lang="en-US" dirty="0"/>
              <a:t>, Comments, </a:t>
            </a:r>
            <a:r>
              <a:rPr lang="en-US" dirty="0" err="1"/>
              <a:t>Books_taken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data about readers (Table Readers)</a:t>
            </a:r>
          </a:p>
          <a:p>
            <a:pPr marL="0" indent="0" algn="just">
              <a:buNone/>
            </a:pPr>
            <a:r>
              <a:rPr lang="en-US" dirty="0"/>
              <a:t>data about library services (Tables Services and Journal)</a:t>
            </a:r>
          </a:p>
          <a:p>
            <a:pPr marL="0" indent="0" algn="just">
              <a:buNone/>
            </a:pPr>
            <a:r>
              <a:rPr lang="en-US" dirty="0"/>
              <a:t>data about librarians and reading rooms (Tables Librarians and </a:t>
            </a:r>
            <a:r>
              <a:rPr lang="en-US" dirty="0" err="1"/>
              <a:t>Reading_rooms</a:t>
            </a:r>
            <a:r>
              <a:rPr lang="en-US" dirty="0"/>
              <a:t>).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88339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22797"/>
            <a:ext cx="7886700" cy="1325563"/>
          </a:xfrm>
        </p:spPr>
        <p:txBody>
          <a:bodyPr/>
          <a:lstStyle/>
          <a:p>
            <a:pPr algn="ctr"/>
            <a:r>
              <a:rPr lang="lv-LV" dirty="0" err="1"/>
              <a:t>Database</a:t>
            </a:r>
            <a:r>
              <a:rPr lang="lv-LV" dirty="0"/>
              <a:t> </a:t>
            </a:r>
            <a:r>
              <a:rPr lang="lv-LV" dirty="0" err="1"/>
              <a:t>scheme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07B97-C89A-4C18-C8EB-8D547B31E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8" y="1475045"/>
            <a:ext cx="8781575" cy="443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3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Authors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99271-6177-F432-1BF0-4028DEBB5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86" y="1891383"/>
            <a:ext cx="4601217" cy="1810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19C81-E64F-8F08-5783-E21219193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574" y="3944515"/>
            <a:ext cx="3306482" cy="271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21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365126"/>
            <a:ext cx="8644128" cy="1325563"/>
          </a:xfrm>
        </p:spPr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Librarians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5073D-A558-17B4-F29D-DD34B6DF0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73" y="4512671"/>
            <a:ext cx="3610479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D4EC4A-DA70-9CD4-5E1B-886D2B8BD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998" y="2201442"/>
            <a:ext cx="4677428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1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Books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E5DC0-3D80-7A0A-64D5-18826DB1B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26" y="4065569"/>
            <a:ext cx="4258269" cy="2238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F19272-A646-7DDF-9D46-406649E1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062" y="1992180"/>
            <a:ext cx="4810796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5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Comments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03A87-CB76-FF29-3A35-70F874DA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422" y="4717297"/>
            <a:ext cx="2200582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48B1B2-0A34-5AFC-B2A2-18C8B836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22" y="2924104"/>
            <a:ext cx="5048955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32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Readers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FAF39-0391-519F-2570-9B751A49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383" y="4105735"/>
            <a:ext cx="6138850" cy="24863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06D8CB-F525-D9B5-6A6C-4A1B7B7C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39" y="1805412"/>
            <a:ext cx="2739624" cy="21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7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 err="1"/>
              <a:t>Reading_rooms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50AD6-A317-8C12-D43E-A0F934B7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496" y="4600673"/>
            <a:ext cx="3677163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720001-4464-9E83-8A12-916538DE6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18" y="2738341"/>
            <a:ext cx="4582164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619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365126"/>
            <a:ext cx="8729472" cy="1325563"/>
          </a:xfrm>
        </p:spPr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/>
              <a:t>Services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E7087-6A85-11BE-73FB-2EEAF2E17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742" y="4506067"/>
            <a:ext cx="2495898" cy="1238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03DFF4-83EF-B7CF-4E67-B31F6FD3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033" y="2534796"/>
            <a:ext cx="4763165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3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365126"/>
            <a:ext cx="8729472" cy="1325563"/>
          </a:xfrm>
        </p:spPr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 err="1"/>
              <a:t>Books_taken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A06B5-679E-B66E-CA88-8A3BAC4F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61" y="4037769"/>
            <a:ext cx="2629267" cy="2229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A85148-900C-3B43-F361-46F60C568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4" y="2364591"/>
            <a:ext cx="4972744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77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description. </a:t>
            </a:r>
            <a:br>
              <a:rPr lang="en-US" dirty="0"/>
            </a:br>
            <a:r>
              <a:rPr lang="en-US" dirty="0" err="1"/>
              <a:t>Title_page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22B98-536F-7FD1-305C-3622ADAA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840" y="3936768"/>
            <a:ext cx="2286319" cy="2162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09633C-5F0A-74D1-9256-499F0CDA2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364" y="2201994"/>
            <a:ext cx="443927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04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9305"/>
            <a:ext cx="7886700" cy="858982"/>
          </a:xfrm>
        </p:spPr>
        <p:txBody>
          <a:bodyPr/>
          <a:lstStyle/>
          <a:p>
            <a:pPr algn="ctr"/>
            <a:r>
              <a:rPr lang="en-US" dirty="0"/>
              <a:t>Table description. Journal</a:t>
            </a:r>
            <a:endParaRPr lang="lv-LV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3900A-CA42-CB68-E854-23E0D17D6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469" y="3449786"/>
            <a:ext cx="4527779" cy="3032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68B9E0-79D6-DBD6-9103-FB0186E4C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81" y="1072648"/>
            <a:ext cx="3461423" cy="222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3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133</Words>
  <Application>Microsoft Office PowerPoint</Application>
  <PresentationFormat>On-screen Show (4:3)</PresentationFormat>
  <Paragraphs>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Test DB description</vt:lpstr>
      <vt:lpstr>Database scheme</vt:lpstr>
      <vt:lpstr>Database scheme</vt:lpstr>
      <vt:lpstr>Table description.  Authors</vt:lpstr>
      <vt:lpstr>Table description.  Librarians</vt:lpstr>
      <vt:lpstr>Table description.  Books</vt:lpstr>
      <vt:lpstr>Table description.  Comments</vt:lpstr>
      <vt:lpstr>Table description.  Readers</vt:lpstr>
      <vt:lpstr>Table description.  Reading_rooms</vt:lpstr>
      <vt:lpstr>Table description.  Services</vt:lpstr>
      <vt:lpstr>Table description.  Books_taken</vt:lpstr>
      <vt:lpstr>Table description.  Title_page</vt:lpstr>
      <vt:lpstr>Table description. Journal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 DB apraksts</dc:title>
  <dc:creator>Windows User</dc:creator>
  <cp:lastModifiedBy>Andrejs Liepiņš</cp:lastModifiedBy>
  <cp:revision>10</cp:revision>
  <dcterms:created xsi:type="dcterms:W3CDTF">2017-02-28T12:47:27Z</dcterms:created>
  <dcterms:modified xsi:type="dcterms:W3CDTF">2025-02-24T15:45:37Z</dcterms:modified>
</cp:coreProperties>
</file>